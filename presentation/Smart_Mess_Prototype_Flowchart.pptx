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MESS AUTOMATION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V1.1 Prototype: From Signup to QR Mess Credential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happens, screen by screen, between a student opening the signup page and holding a working QR mess card.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66960" y="457200"/>
            <a:ext cx="1673352" cy="384048"/>
          </a:xfrm>
          <a:prstGeom prst="roundRect">
            <a:avLst>
              <a:gd name="adj" fmla="val 19048"/>
            </a:avLst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0" y="45720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• PHASE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2633472"/>
            <a:ext cx="54475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59554" y="2633472"/>
            <a:ext cx="54475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87388" y="2633472"/>
            <a:ext cx="54475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315221" y="2633472"/>
            <a:ext cx="54475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1965960"/>
            <a:ext cx="1783080" cy="26060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65276" y="2258568"/>
            <a:ext cx="749808" cy="74980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432304"/>
            <a:ext cx="402336" cy="40233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633667" y="2147377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33667" y="21473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" y="3465576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email only (@uohyd.ac.in), validated client + server side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876474" y="1965960"/>
            <a:ext cx="1783080" cy="26060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A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393110" y="2258568"/>
            <a:ext cx="749808" cy="74980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846" y="2432304"/>
            <a:ext cx="402336" cy="40233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961501" y="2147377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61501" y="21473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967914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Email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004490" y="3465576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link sent — student opens their inbox from the same screen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204308" y="1965960"/>
            <a:ext cx="1783080" cy="26060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A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720944" y="2258568"/>
            <a:ext cx="749808" cy="74980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80" y="2432304"/>
            <a:ext cx="402336" cy="402336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289335" y="2147377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4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89335" y="21473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295748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332324" y="3465576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profile: ID, hostel, course, year, semester, photo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7532141" y="1965960"/>
            <a:ext cx="1783080" cy="26060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A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048777" y="2258568"/>
            <a:ext cx="749808" cy="74980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513" y="2432304"/>
            <a:ext cx="402336" cy="402336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617168" y="2147377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617168" y="21473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7623581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QR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660157" y="3465576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creates an opaque, zero-PII token — idempotent, no duplicates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9859975" y="1965960"/>
            <a:ext cx="1783080" cy="26060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A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10376611" y="2258568"/>
            <a:ext cx="749808" cy="74980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0347" y="2432304"/>
            <a:ext cx="402336" cy="402336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10945002" y="2147377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A4A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0945002" y="21473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9951415" y="313639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9987991" y="3465576"/>
            <a:ext cx="1527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redirect — QR ready to view, save or print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548640" y="4864608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EFF4F8"/>
          </a:solidFill>
          <a:ln/>
        </p:spPr>
      </p:sp>
      <p:sp>
        <p:nvSpPr>
          <p:cNvPr id="47" name="Text 40"/>
          <p:cNvSpPr/>
          <p:nvPr/>
        </p:nvSpPr>
        <p:spPr>
          <a:xfrm>
            <a:off x="822960" y="5010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495544"/>
            <a:ext cx="256032" cy="25603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408176" y="5367528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150" dirty="0"/>
          </a:p>
        </p:txBody>
      </p:sp>
      <p:sp>
        <p:nvSpPr>
          <p:cNvPr id="51" name="Text 43"/>
          <p:cNvSpPr/>
          <p:nvPr/>
        </p:nvSpPr>
        <p:spPr>
          <a:xfrm>
            <a:off x="1408176" y="562356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server-rendered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3459404" y="539496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9988" y="5495544"/>
            <a:ext cx="256032" cy="256032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4044620" y="5367528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150" dirty="0"/>
          </a:p>
        </p:txBody>
      </p:sp>
      <p:sp>
        <p:nvSpPr>
          <p:cNvPr id="55" name="Text 46"/>
          <p:cNvSpPr/>
          <p:nvPr/>
        </p:nvSpPr>
        <p:spPr>
          <a:xfrm>
            <a:off x="4044620" y="562356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PKCE + email confirmation link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6095848" y="539496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6432" y="5495544"/>
            <a:ext cx="256032" cy="256032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6681064" y="5367528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endParaRPr lang="en-US" sz="1150" dirty="0"/>
          </a:p>
        </p:txBody>
      </p:sp>
      <p:sp>
        <p:nvSpPr>
          <p:cNvPr id="59" name="Text 49"/>
          <p:cNvSpPr/>
          <p:nvPr/>
        </p:nvSpPr>
        <p:spPr>
          <a:xfrm>
            <a:off x="6681064" y="562356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enforced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8732291" y="539496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2875" y="5495544"/>
            <a:ext cx="256032" cy="256032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9317507" y="5367528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Messes</a:t>
            </a:r>
            <a:endParaRPr lang="en-US" sz="1150" dirty="0"/>
          </a:p>
        </p:txBody>
      </p:sp>
      <p:sp>
        <p:nvSpPr>
          <p:cNvPr id="63" name="Text 52"/>
          <p:cNvSpPr/>
          <p:nvPr/>
        </p:nvSpPr>
        <p:spPr>
          <a:xfrm>
            <a:off x="9317507" y="562356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from 24 hostels</a:t>
            </a:r>
            <a:endParaRPr lang="en-US" sz="900" dirty="0"/>
          </a:p>
        </p:txBody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473952"/>
            <a:ext cx="164592" cy="164592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786384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github.com/PreethamCodes/smart_mess_system</a:t>
            </a:r>
            <a:endParaRPr lang="en-US" sz="950" dirty="0"/>
          </a:p>
        </p:txBody>
      </p:sp>
      <p:sp>
        <p:nvSpPr>
          <p:cNvPr id="66" name="Text 54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scanning, billing, leave &amp; admin controls follow in later phases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2026-08-21T20:30:18Z</dcterms:created>
  <dcterms:modified xsi:type="dcterms:W3CDTF">2026-08-21T20:30:18Z</dcterms:modified>
</cp:coreProperties>
</file>