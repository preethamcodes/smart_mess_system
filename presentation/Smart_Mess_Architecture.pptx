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MESS AUTOMATION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client, admin client, and the shared Next.js + Supabase backend behind both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966960" y="384048"/>
            <a:ext cx="1673352" cy="365760"/>
          </a:xfrm>
          <a:prstGeom prst="roundRect">
            <a:avLst>
              <a:gd name="adj" fmla="val 20000"/>
            </a:avLst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38404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• PHASE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1860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609344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2364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72184" y="1591056"/>
            <a:ext cx="417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Client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72184" y="1874520"/>
            <a:ext cx="417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Next.js pages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" y="2167128"/>
            <a:ext cx="54864" cy="54864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969264" y="2084832"/>
            <a:ext cx="463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login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2386584"/>
            <a:ext cx="54864" cy="54864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969264" y="2304288"/>
            <a:ext cx="463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(confirmation link)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2960" y="2606040"/>
            <a:ext cx="54864" cy="54864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969264" y="2523744"/>
            <a:ext cx="463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profile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04672" y="2926080"/>
            <a:ext cx="480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/dashboard once profile + QR are complete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24448" y="1371600"/>
            <a:ext cx="531860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A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0480" y="16093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1723644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47992" y="1591056"/>
            <a:ext cx="417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Client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247992" y="1874520"/>
            <a:ext cx="417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 console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598768" y="2167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6745072" y="2084832"/>
            <a:ext cx="463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(role-checked)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598768" y="23865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/>
          <p:nvPr/>
        </p:nvSpPr>
        <p:spPr>
          <a:xfrm>
            <a:off x="6745072" y="2304288"/>
            <a:ext cx="463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directory (12 messes)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598768" y="26060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6745072" y="2523744"/>
            <a:ext cx="463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 oversight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580480" y="2926080"/>
            <a:ext cx="480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Scanning, billing &amp; analytics consoles arrive in later phases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207944" y="324612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32" name="Text 28"/>
          <p:cNvSpPr/>
          <p:nvPr/>
        </p:nvSpPr>
        <p:spPr>
          <a:xfrm>
            <a:off x="2613584" y="3227832"/>
            <a:ext cx="11887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983751" y="324612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34" name="Text 30"/>
          <p:cNvSpPr/>
          <p:nvPr/>
        </p:nvSpPr>
        <p:spPr>
          <a:xfrm>
            <a:off x="8389391" y="3227832"/>
            <a:ext cx="11887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48640" y="347472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27000" dist="38100" dir="5400000">
              <a:srgbClr val="1E2A4A">
                <a:alpha val="25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39312"/>
            <a:ext cx="384048" cy="38404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389888" y="36027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— App Router (Server)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1389888" y="39136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server — routes both clients by session role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2044141" y="4206240"/>
            <a:ext cx="1887322" cy="292608"/>
          </a:xfrm>
          <a:prstGeom prst="roundRect">
            <a:avLst>
              <a:gd name="adj" fmla="val 50000"/>
            </a:avLst>
          </a:prstGeom>
          <a:solidFill>
            <a:srgbClr val="2A3A5F"/>
          </a:solidFill>
          <a:ln w="9525">
            <a:solidFill>
              <a:srgbClr val="3D4F7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044141" y="4206240"/>
            <a:ext cx="18873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· session refresh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077767" y="4206240"/>
            <a:ext cx="1944929" cy="292608"/>
          </a:xfrm>
          <a:prstGeom prst="roundRect">
            <a:avLst>
              <a:gd name="adj" fmla="val 50000"/>
            </a:avLst>
          </a:prstGeom>
          <a:solidFill>
            <a:srgbClr val="2A3A5F"/>
          </a:solidFill>
          <a:ln w="9525">
            <a:solidFill>
              <a:srgbClr val="3D4F7A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077767" y="4206240"/>
            <a:ext cx="19449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callback · PKCE exchange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6169000" y="4206240"/>
            <a:ext cx="1944929" cy="292608"/>
          </a:xfrm>
          <a:prstGeom prst="roundRect">
            <a:avLst>
              <a:gd name="adj" fmla="val 50000"/>
            </a:avLst>
          </a:prstGeom>
          <a:solidFill>
            <a:srgbClr val="2A3A5F"/>
          </a:solidFill>
          <a:ln w="9525">
            <a:solidFill>
              <a:srgbClr val="3D4F7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169000" y="4206240"/>
            <a:ext cx="19449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router · student ↔ admin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8260232" y="4206240"/>
            <a:ext cx="1887322" cy="292608"/>
          </a:xfrm>
          <a:prstGeom prst="roundRect">
            <a:avLst>
              <a:gd name="adj" fmla="val 50000"/>
            </a:avLst>
          </a:prstGeom>
          <a:solidFill>
            <a:srgbClr val="2A3A5F"/>
          </a:solidFill>
          <a:ln w="9525">
            <a:solidFill>
              <a:srgbClr val="3D4F7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260232" y="4206240"/>
            <a:ext cx="18873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 · server-side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2275789" y="457200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48" name="Text 43"/>
          <p:cNvSpPr/>
          <p:nvPr/>
        </p:nvSpPr>
        <p:spPr>
          <a:xfrm>
            <a:off x="1681429" y="4553712"/>
            <a:ext cx="11887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SDK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6095848" y="457200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50" name="Text 45"/>
          <p:cNvSpPr/>
          <p:nvPr/>
        </p:nvSpPr>
        <p:spPr>
          <a:xfrm>
            <a:off x="5501488" y="4553712"/>
            <a:ext cx="11887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SDK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9915906" y="457200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52" name="Text 47"/>
          <p:cNvSpPr/>
          <p:nvPr/>
        </p:nvSpPr>
        <p:spPr>
          <a:xfrm>
            <a:off x="9321546" y="4553712"/>
            <a:ext cx="11887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SDK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548640" y="4800600"/>
            <a:ext cx="3454298" cy="1508760"/>
          </a:xfrm>
          <a:prstGeom prst="roundRect">
            <a:avLst>
              <a:gd name="adj" fmla="val 5455"/>
            </a:avLst>
          </a:prstGeom>
          <a:solidFill>
            <a:srgbClr val="EFF4F8"/>
          </a:solidFill>
          <a:ln/>
        </p:spPr>
      </p:sp>
      <p:sp>
        <p:nvSpPr>
          <p:cNvPr id="54" name="Shape 49"/>
          <p:cNvSpPr/>
          <p:nvPr/>
        </p:nvSpPr>
        <p:spPr>
          <a:xfrm>
            <a:off x="2047189" y="4965192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345" y="5070348"/>
            <a:ext cx="246888" cy="246888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76656" y="5513832"/>
            <a:ext cx="3198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300" dirty="0"/>
          </a:p>
        </p:txBody>
      </p:sp>
      <p:sp>
        <p:nvSpPr>
          <p:cNvPr id="57" name="Text 51"/>
          <p:cNvSpPr/>
          <p:nvPr/>
        </p:nvSpPr>
        <p:spPr>
          <a:xfrm>
            <a:off x="749808" y="5788152"/>
            <a:ext cx="30519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 flow, email confirmation link, session cookies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4368698" y="4800600"/>
            <a:ext cx="3454298" cy="1508760"/>
          </a:xfrm>
          <a:prstGeom prst="roundRect">
            <a:avLst>
              <a:gd name="adj" fmla="val 5455"/>
            </a:avLst>
          </a:prstGeom>
          <a:solidFill>
            <a:srgbClr val="EFF4F8"/>
          </a:solidFill>
          <a:ln/>
        </p:spPr>
      </p:sp>
      <p:sp>
        <p:nvSpPr>
          <p:cNvPr id="59" name="Shape 53"/>
          <p:cNvSpPr/>
          <p:nvPr/>
        </p:nvSpPr>
        <p:spPr>
          <a:xfrm>
            <a:off x="5867248" y="4965192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404" y="5070348"/>
            <a:ext cx="246888" cy="246888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4496714" y="5513832"/>
            <a:ext cx="3198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300" dirty="0"/>
          </a:p>
        </p:txBody>
      </p:sp>
      <p:sp>
        <p:nvSpPr>
          <p:cNvPr id="62" name="Text 55"/>
          <p:cNvSpPr/>
          <p:nvPr/>
        </p:nvSpPr>
        <p:spPr>
          <a:xfrm>
            <a:off x="4569866" y="5788152"/>
            <a:ext cx="30519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messes · mess_credentials · hostel_mess_mapping · user_roles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8188757" y="4800600"/>
            <a:ext cx="3454298" cy="1508760"/>
          </a:xfrm>
          <a:prstGeom prst="roundRect">
            <a:avLst>
              <a:gd name="adj" fmla="val 5455"/>
            </a:avLst>
          </a:prstGeom>
          <a:solidFill>
            <a:srgbClr val="EFF4F8"/>
          </a:solidFill>
          <a:ln/>
        </p:spPr>
      </p:sp>
      <p:sp>
        <p:nvSpPr>
          <p:cNvPr id="64" name="Shape 57"/>
          <p:cNvSpPr/>
          <p:nvPr/>
        </p:nvSpPr>
        <p:spPr>
          <a:xfrm>
            <a:off x="9687306" y="4965192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462" y="5070348"/>
            <a:ext cx="246888" cy="246888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8316773" y="5513832"/>
            <a:ext cx="3198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300" dirty="0"/>
          </a:p>
        </p:txBody>
      </p:sp>
      <p:sp>
        <p:nvSpPr>
          <p:cNvPr id="67" name="Text 59"/>
          <p:cNvSpPr/>
          <p:nvPr/>
        </p:nvSpPr>
        <p:spPr>
          <a:xfrm>
            <a:off x="8389925" y="5788152"/>
            <a:ext cx="30519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photos, private bucket</a:t>
            </a:r>
            <a:endParaRPr lang="en-US" sz="900" dirty="0"/>
          </a:p>
        </p:txBody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92240"/>
            <a:ext cx="164592" cy="164592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78638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github.com/PreethamCodes/smart_mess_system</a:t>
            </a:r>
            <a:endParaRPr lang="en-US" sz="950" dirty="0"/>
          </a:p>
        </p:txBody>
      </p:sp>
      <p:sp>
        <p:nvSpPr>
          <p:cNvPr id="70" name="Text 61"/>
          <p:cNvSpPr/>
          <p:nvPr/>
        </p:nvSpPr>
        <p:spPr>
          <a:xfrm>
            <a:off x="7071055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Next.js deployment — no separate admin server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2026-08-21T20:38:25Z</dcterms:created>
  <dcterms:modified xsi:type="dcterms:W3CDTF">2026-08-21T20:38:25Z</dcterms:modified>
</cp:coreProperties>
</file>